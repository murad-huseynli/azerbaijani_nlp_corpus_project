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5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51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03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94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10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2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69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70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36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8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40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9702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06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07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74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20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EB285-39AA-47C0-A0B8-B9F96FF96E74}" type="datetimeFigureOut">
              <a:rPr lang="en-US" smtClean="0"/>
              <a:t>13.Feb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D5E0E-1CB7-478A-A58C-1006A224D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776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8A95-5F8E-3476-8E86-CE1ABAB03E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Text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ECCDB-DF47-8B25-E10D-7CE53A4CE1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Emil Inochkin BSCS 2025</a:t>
            </a:r>
          </a:p>
        </p:txBody>
      </p:sp>
    </p:spTree>
    <p:extLst>
      <p:ext uri="{BB962C8B-B14F-4D97-AF65-F5344CB8AC3E}">
        <p14:creationId xmlns:p14="http://schemas.microsoft.com/office/powerpoint/2010/main" val="3869079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36F6-B0F5-D2F0-FF4D-E72B3E1CE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8BE6C-9C3F-1A61-2BAC-F17C99A2B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000609"/>
          </a:xfrm>
        </p:spPr>
        <p:txBody>
          <a:bodyPr/>
          <a:lstStyle/>
          <a:p>
            <a:r>
              <a:rPr lang="en-US" dirty="0"/>
              <a:t>Creating an AI which will post fun fake news in the telegram channel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BDFE1D-56C4-050E-1226-484A9E1CA03E}"/>
              </a:ext>
            </a:extLst>
          </p:cNvPr>
          <p:cNvSpPr txBox="1">
            <a:spLocks/>
          </p:cNvSpPr>
          <p:nvPr/>
        </p:nvSpPr>
        <p:spPr>
          <a:xfrm>
            <a:off x="1141413" y="2249487"/>
            <a:ext cx="9905999" cy="1000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Creating an AI which will post fun fake news in the telegram channel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D1E4FBD-D83A-2AAD-6053-A52003B24409}"/>
              </a:ext>
            </a:extLst>
          </p:cNvPr>
          <p:cNvSpPr txBox="1">
            <a:spLocks/>
          </p:cNvSpPr>
          <p:nvPr/>
        </p:nvSpPr>
        <p:spPr>
          <a:xfrm>
            <a:off x="1141411" y="3250096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Text sources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68DA66-1CD8-BCF5-9421-735509C7DB47}"/>
              </a:ext>
            </a:extLst>
          </p:cNvPr>
          <p:cNvSpPr txBox="1">
            <a:spLocks/>
          </p:cNvSpPr>
          <p:nvPr/>
        </p:nvSpPr>
        <p:spPr>
          <a:xfrm>
            <a:off x="1141408" y="4433134"/>
            <a:ext cx="9905999" cy="1000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Azerbaijani news telegram channels (</a:t>
            </a:r>
            <a:r>
              <a:rPr lang="en-US" dirty="0" err="1"/>
              <a:t>SputnikAz</a:t>
            </a:r>
            <a:r>
              <a:rPr lang="en-US" dirty="0"/>
              <a:t>, APA, DIM)</a:t>
            </a:r>
          </a:p>
        </p:txBody>
      </p:sp>
    </p:spTree>
    <p:extLst>
      <p:ext uri="{BB962C8B-B14F-4D97-AF65-F5344CB8AC3E}">
        <p14:creationId xmlns:p14="http://schemas.microsoft.com/office/powerpoint/2010/main" val="691447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E9426-23C2-BEEC-9B2A-6058E2BB6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Heaps law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AB29DA-D919-ED97-3FB6-EC7848F3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2097088"/>
            <a:ext cx="5547622" cy="38877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F8721B-E58D-BF13-B468-77F0F14EC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152" y="2097088"/>
            <a:ext cx="3992141" cy="1478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90FC2F-4C3E-F22F-FF58-B95A4546D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152" y="4709652"/>
            <a:ext cx="4113324" cy="120194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DD7CCCC-D7DE-BEE3-B29A-A8AF8110165C}"/>
              </a:ext>
            </a:extLst>
          </p:cNvPr>
          <p:cNvSpPr txBox="1">
            <a:spLocks/>
          </p:cNvSpPr>
          <p:nvPr/>
        </p:nvSpPr>
        <p:spPr>
          <a:xfrm>
            <a:off x="6872152" y="3575658"/>
            <a:ext cx="5054377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Approximation for v3</a:t>
            </a:r>
          </a:p>
        </p:txBody>
      </p:sp>
    </p:spTree>
    <p:extLst>
      <p:ext uri="{BB962C8B-B14F-4D97-AF65-F5344CB8AC3E}">
        <p14:creationId xmlns:p14="http://schemas.microsoft.com/office/powerpoint/2010/main" val="678496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DCFD5-2CA0-B209-9860-C3D8B52E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Confusion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316D44-172E-A875-F3AF-C1C467FEE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88" y="1377681"/>
            <a:ext cx="12192000" cy="56285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90638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1537</TotalTime>
  <Words>53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Tw Cen MT</vt:lpstr>
      <vt:lpstr>Circuit</vt:lpstr>
      <vt:lpstr>Text processing</vt:lpstr>
      <vt:lpstr>Motivation</vt:lpstr>
      <vt:lpstr>Heaps law</vt:lpstr>
      <vt:lpstr>Confusion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processing</dc:title>
  <dc:creator>Emil Inochkin</dc:creator>
  <cp:lastModifiedBy>Emil Inochkin</cp:lastModifiedBy>
  <cp:revision>1</cp:revision>
  <dcterms:created xsi:type="dcterms:W3CDTF">2023-02-13T14:51:52Z</dcterms:created>
  <dcterms:modified xsi:type="dcterms:W3CDTF">2023-02-14T16:29:27Z</dcterms:modified>
</cp:coreProperties>
</file>